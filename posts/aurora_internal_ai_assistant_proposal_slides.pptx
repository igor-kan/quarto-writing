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~90–95%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$1,440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5,288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~90–95%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($720 / 2,644 AED) / 50% at Launch ($720 / 2,644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($1,440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2026-07-10T20:00:07Z</dcterms:created>
  <dcterms:modified xsi:type="dcterms:W3CDTF">2026-07-10T20:00:07Z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
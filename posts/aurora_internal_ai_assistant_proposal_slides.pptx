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 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Svetlana A.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33600"/>
            <a:ext cx="82296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65500" y="1193800"/>
            <a:ext cx="2413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8229600" cy="76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54200"/>
            <a:ext cx="8229600" cy="157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38300"/>
            <a:ext cx="82296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78300" y="1193800"/>
            <a:ext cx="787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 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1168400"/>
                <a:gridCol w="1168400"/>
                <a:gridCol w="1168400"/>
                <a:gridCol w="1168400"/>
                <a:gridCol w="1168400"/>
                <a:gridCol w="116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~90–95%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$1,440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5,288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~90–95%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1168400"/>
                <a:gridCol w="1168400"/>
                <a:gridCol w="1168400"/>
                <a:gridCol w="1168400"/>
                <a:gridCol w="1168400"/>
                <a:gridCol w="116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93900" y="1193800"/>
            <a:ext cx="5168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 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0% upfront (infra/tools direct) / 50% at MVP ($720 / 2,644 AED) / 50% at Launch ($720 / 2,644 AED).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8229600" cy="76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($1,440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2026-06-28T16:24:32Z</dcterms:created>
  <dcterms:modified xsi:type="dcterms:W3CDTF">2026-06-28T16:24:32Z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2026-06-28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Technical &amp; Financial Scoping Presentation</vt:lpwstr>
  </property>
  <property fmtid="{D5CDD505-2E9C-101B-9397-08002B2CF9AE}" pid="11" name="toc-title">
    <vt:lpwstr>Table of contents</vt:lpwstr>
  </property>
</Properties>
</file>
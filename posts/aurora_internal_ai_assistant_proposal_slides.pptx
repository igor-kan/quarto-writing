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~96–98%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~95–97%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30% upfront ($201) / 30% at MVP ($201) / 40% at Launch ($268).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00200"/>
            <a:ext cx="51054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($670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2026-06-28T17:23:14Z</dcterms:created>
  <dcterms:modified xsi:type="dcterms:W3CDTF">2026-06-28T17:23:14Z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
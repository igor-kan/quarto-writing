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         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973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15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193800"/>
            <a:ext cx="203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82296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~90–95%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$1,440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5,288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~90–95%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1346200"/>
                <a:gridCol w="1346200"/>
                <a:gridCol w="80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1193800"/>
            <a:ext cx="7023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0% upfront (infra/tools direct) / 50% at MVP ($720 / 2,644 AED) / 50% at Launch ($720 / 2,644 AED).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($1,440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2026-06-28T17:46:49Z</dcterms:created>
  <dcterms:modified xsi:type="dcterms:W3CDTF">2026-06-28T17:46:49Z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Technical &amp; Financial Scoping Presentation</vt:lpwstr>
  </property>
  <property fmtid="{D5CDD505-2E9C-101B-9397-08002B2CF9AE}" pid="10" name="toc-title">
    <vt:lpwstr>Table of contents</vt:lpwstr>
  </property>
</Properties>
</file>
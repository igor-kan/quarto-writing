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Svetlana A.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33600"/>
            <a:ext cx="82296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65500" y="1193800"/>
            <a:ext cx="2413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8229600" cy="76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193800"/>
            <a:ext cx="78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1,138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~96–98%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1,322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~95–97%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93900" y="1193800"/>
            <a:ext cx="5168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30% upfront ($201) / 30% at MVP ($201) / 40% at Launch ($268).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905000"/>
            <a:ext cx="5105400" cy="46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($670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2026-06-28T16:25:50Z</dcterms:created>
  <dcterms:modified xsi:type="dcterms:W3CDTF">2026-06-28T16:25:50Z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Technical &amp; Financial Scoping Presentation</vt:lpwstr>
  </property>
  <property fmtid="{D5CDD505-2E9C-101B-9397-08002B2CF9AE}" pid="12" name="toc-title">
    <vt:lpwstr>Table of contents</vt:lpwstr>
  </property>
</Properties>
</file>